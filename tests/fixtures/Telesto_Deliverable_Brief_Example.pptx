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BRIEF</a:t>
            </a:r>
            <a:endParaRPr lang="en-US" sz="1000" dirty="0"/>
          </a:p>
        </p:txBody>
      </p:sp>
      <p:pic>
        <p:nvPicPr>
          <p:cNvPr id="3" name="Image 0" descr="/root/.claude/uploads/6b5cf48b-4afd-5e51-bffe-9b39dd8bf508/c336249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118872"/>
            <a:ext cx="1033272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566928"/>
            <a:ext cx="11384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is where TRIP goes next: this proposal gives Dave a board-ready path, priced in three options, ahead of the coordination council.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371600"/>
            <a:ext cx="11384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</a:t>
            </a:r>
            <a:pPr indent="0" marL="0">
              <a:buNone/>
            </a:pPr>
            <a:r>
              <a:rPr lang="en-US" sz="9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 Standards &amp; Engagement (ULSE)      </a:t>
            </a:r>
            <a:pPr indent="0" marL="0"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</a:t>
            </a:r>
            <a:pPr indent="0" marL="0">
              <a:buNone/>
            </a:pPr>
            <a:r>
              <a:rPr lang="en-US" sz="9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/ BD      </a:t>
            </a:r>
            <a:pPr indent="0" marL="0"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</a:t>
            </a:r>
            <a:pPr indent="0" marL="0">
              <a:buNone/>
            </a:pPr>
            <a:r>
              <a:rPr lang="en-US" sz="9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Telesto      </a:t>
            </a:r>
            <a:pPr indent="0" marL="0"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</a:t>
            </a:r>
            <a:pPr indent="0" marL="0">
              <a:buNone/>
            </a:pPr>
            <a:r>
              <a:rPr lang="en-US" sz="9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2026, before council      </a:t>
            </a:r>
            <a:pPr indent="0" marL="0"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</a:t>
            </a:r>
            <a:pPr indent="0" marL="0">
              <a:buNone/>
            </a:pPr>
            <a:r>
              <a:rPr lang="en-US" sz="9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173736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184708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GOAL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2084832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Dave with a decision package the council and board can act on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2025 maritime study into a funded next phase ($65-245K options)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Telesto as standing partner across TRIP’s multi-mode expansion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264408"/>
            <a:ext cx="3639312" cy="1280160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" y="337413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AUDIENCE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361188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 Wroth, VP Technology &amp; Operations, ULSE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select an option and sponsor an Oct 1 kickoff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Forwards: ULSE leadership, coordination council, incoming TRIP program lead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654296"/>
            <a:ext cx="3639312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476402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CLIENT NEEDS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" y="5001768"/>
            <a:ext cx="33101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attributed (ULRI/FSRI, BTS, Allianz, NACTO); directional data flagged “to be validated”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priced options, each closing with an explicit outcome; value = a credible board decision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B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(SCARF):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+ status: open by honoring Dave’s rail direction; the criteria page lets his own weighting select rail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78808" y="1737360"/>
            <a:ext cx="3803904" cy="4663440"/>
          </a:xfrm>
          <a:prstGeom prst="roundRect">
            <a:avLst>
              <a:gd name="adj" fmla="val 168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STORYLINE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2084832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off: 2025 work delivered; Dave set the rail direction in August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TRIP could go next: four settings, one shared battery risk, four selection criteria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stakes: ULRI proved the hazard (~2 min to impassable railcar); ridership shows the exposure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program: rail is one phase of a multi-mode roadmap; Telesto extends ULSE’s capacity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response: three options; Option 2 “Quantify &amp; Decide” recommended   ★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path: September pre-work, Oct 1 kickoff, decision package before the council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6089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recommended page · one line = one page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110728" y="1737360"/>
            <a:ext cx="3639312" cy="1143000"/>
          </a:xfrm>
          <a:prstGeom prst="roundRect">
            <a:avLst>
              <a:gd name="adj" fmla="val 56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184708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FORM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084832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7-page proposal deck, Telesto paper, dark tech grammar; tiered option cards with outcome lines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bundled tools in this package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110728" y="3008376"/>
            <a:ext cx="3639312" cy="3383280"/>
          </a:xfrm>
          <a:prstGeom prst="roundRect">
            <a:avLst>
              <a:gd name="adj" fmla="val 1892"/>
            </a:avLst>
          </a:prstGeom>
          <a:solidFill>
            <a:srgbClr val="F0FAFA"/>
          </a:solidFill>
          <a:ln w="19050">
            <a:solidFill>
              <a:srgbClr val="0099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311810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OPEN ITEMS FOR REVIEW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3355848"/>
            <a:ext cx="33101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Option 2 as the recommended tier, and the $65/175/245K pricing posture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Ridership and adoption figures are directional (APTA, NACTO, Circana): validate in the engagement or keep flagged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risk: incoming TRIP lead’s start date vs. the Oct 1 kickoff</a:t>
            </a:r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A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“rail has no dangerous-goods rulebook like aviation’s” exceed claims precedent with this client?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" y="6528816"/>
            <a:ext cx="11384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approved brief precedes the build and becomes the AI build input; scope changes amend the brief first.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2026-09-03T15:55:18Z</dcterms:created>
  <dcterms:modified xsi:type="dcterms:W3CDTF">2026-09-03T15:55:18Z</dcterms:modified>
</cp:coreProperties>
</file>