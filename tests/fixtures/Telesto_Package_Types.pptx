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TYPES</a:t>
            </a:r>
            <a:endParaRPr lang="en-US" sz="1000" dirty="0"/>
          </a:p>
        </p:txBody>
      </p:sp>
      <p:pic>
        <p:nvPicPr>
          <p:cNvPr id="3" name="Image 0" descr="/root/.claude/uploads/6b5cf48b-4afd-5e51-bffe-9b39dd8bf508/c336249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118872"/>
            <a:ext cx="1033272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566928"/>
            <a:ext cx="11384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package type in the brief sets what we build, how the deck behaves, and the order we build it in.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002536" y="1536192"/>
            <a:ext cx="3172968" cy="502920"/>
          </a:xfrm>
          <a:prstGeom prst="roundRect">
            <a:avLst>
              <a:gd name="adj" fmla="val 12727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167128" y="153619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ONLY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0" y="1536192"/>
            <a:ext cx="3172968" cy="502920"/>
          </a:xfrm>
          <a:prstGeom prst="roundRect">
            <a:avLst>
              <a:gd name="adj" fmla="val 12727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8112" y="153619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PRODUCT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04504" y="1536192"/>
            <a:ext cx="3172968" cy="502920"/>
          </a:xfrm>
          <a:prstGeom prst="roundRect">
            <a:avLst>
              <a:gd name="adj" fmla="val 12727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69096" y="153619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ONLY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2185416"/>
            <a:ext cx="1463040" cy="914400"/>
          </a:xfrm>
          <a:prstGeom prst="roundRect">
            <a:avLst>
              <a:gd name="adj" fmla="val 7000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" y="2185416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002536" y="2185416"/>
            <a:ext cx="3172968" cy="91440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67128" y="2313432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is the deliverable. Analysis, findings and recommendations all sit on the page.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03520" y="2185416"/>
            <a:ext cx="3172968" cy="91440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8112" y="2313432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work delivered with a data product the client keeps using after the readout.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04504" y="2185416"/>
            <a:ext cx="3172968" cy="91440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69096" y="2313432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product is the deliverable. The deck exists to explain it.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3246120"/>
            <a:ext cx="1463040" cy="1298448"/>
          </a:xfrm>
          <a:prstGeom prst="roundRect">
            <a:avLst>
              <a:gd name="adj" fmla="val 4930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" y="3246120"/>
            <a:ext cx="11704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002536" y="3246120"/>
            <a:ext cx="3172968" cy="1298448"/>
          </a:xfrm>
          <a:prstGeom prst="roundRect">
            <a:avLst>
              <a:gd name="adj" fmla="val 493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67128" y="3374136"/>
            <a:ext cx="28437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and BD decks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findings report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update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and workshop materials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03520" y="3246120"/>
            <a:ext cx="3172968" cy="1298448"/>
          </a:xfrm>
          <a:prstGeom prst="roundRect">
            <a:avLst>
              <a:gd name="adj" fmla="val 493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68112" y="3374136"/>
            <a:ext cx="28437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report + benchmark explorer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scan + dashboard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+ interactive data room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604504" y="3246120"/>
            <a:ext cx="3172968" cy="1298448"/>
          </a:xfrm>
          <a:prstGeom prst="roundRect">
            <a:avLst>
              <a:gd name="adj" fmla="val 493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69096" y="3374136"/>
            <a:ext cx="28437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300" dirty="0"/>
          </a:p>
          <a:p>
            <a:pPr indent="0" marL="0">
              <a:lnSpc>
                <a:spcPct val="114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or scoring tool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the client operates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4690872"/>
            <a:ext cx="1463040" cy="1133856"/>
          </a:xfrm>
          <a:prstGeom prst="roundRect">
            <a:avLst>
              <a:gd name="adj" fmla="val 5645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7784" y="4690872"/>
            <a:ext cx="11704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deck works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002536" y="4690872"/>
            <a:ext cx="3172968" cy="1133856"/>
          </a:xfrm>
          <a:prstGeom prst="roundRect">
            <a:avLst>
              <a:gd name="adj" fmla="val 56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67128" y="4818888"/>
            <a:ext cx="28437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Densest of the three. Full storyline plus supporting exhibits in one file. Closest to what we deliver today.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303520" y="4690872"/>
            <a:ext cx="3172968" cy="1133856"/>
          </a:xfrm>
          <a:prstGeom prst="roundRect">
            <a:avLst>
              <a:gd name="adj" fmla="val 56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68112" y="4818888"/>
            <a:ext cx="28437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carries the argument and the recommendation. The product holds the detail the client explores directly.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604504" y="4690872"/>
            <a:ext cx="3172968" cy="1133856"/>
          </a:xfrm>
          <a:prstGeom prst="roundRect">
            <a:avLst>
              <a:gd name="adj" fmla="val 56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69096" y="4818888"/>
            <a:ext cx="28437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pages: the problem, what the product does, how the client uses it, the value it creates.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11480" y="5971032"/>
            <a:ext cx="1463040" cy="530352"/>
          </a:xfrm>
          <a:prstGeom prst="roundRect">
            <a:avLst>
              <a:gd name="adj" fmla="val 12069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57784" y="597103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path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2002536" y="5971032"/>
            <a:ext cx="3172968" cy="530352"/>
          </a:xfrm>
          <a:prstGeom prst="roundRect">
            <a:avLst>
              <a:gd name="adj" fmla="val 12069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67128" y="60990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then the deck by type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03520" y="5971032"/>
            <a:ext cx="3172968" cy="530352"/>
          </a:xfrm>
          <a:prstGeom prst="roundRect">
            <a:avLst>
              <a:gd name="adj" fmla="val 12069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68112" y="60990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then deck and product together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604504" y="5971032"/>
            <a:ext cx="3172968" cy="530352"/>
          </a:xfrm>
          <a:prstGeom prst="roundRect">
            <a:avLst>
              <a:gd name="adj" fmla="val 12069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769096" y="60990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then product, then explainer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2026-09-08T21:49:15Z</dcterms:created>
  <dcterms:modified xsi:type="dcterms:W3CDTF">2026-09-08T21:49:15Z</dcterms:modified>
</cp:coreProperties>
</file>